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79c949ee22a5506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79c949ee22a5506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79c949ee22a5506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79c949ee22a550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9c949ee22a5506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9c949ee22a5506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79c949ee22a5506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79c949ee22a5506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79c949ee22a5506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79c949ee22a5506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